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2" d="100"/>
          <a:sy n="102" d="100"/>
        </p:scale>
        <p:origin x="19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A9E96-4693-DA2D-D963-B1B7CF8886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6DA94D-1851-519D-D550-75703BFA37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55B19-48D6-E957-EB58-7BBAF7C4A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A59E-D7B7-0A48-88C1-6226616076CD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D2821-D496-68F0-FB6B-45FE4B6B7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6D606-83DE-17B5-E812-18BB3E735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253ED-D433-C748-9F2C-0C50D36BD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99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E570-52E4-4570-DEBB-4A41F8D49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8B350-E1DE-C012-6F80-BF61A9CB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128D9-F000-252C-A805-F827069FF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A59E-D7B7-0A48-88C1-6226616076CD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D89ED-BE53-7807-3F25-1A60D5A26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7CEE3-40C6-5FCA-5F4E-ECFB88ADF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253ED-D433-C748-9F2C-0C50D36BD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197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CD34F-C511-D60C-7B47-5E30E496B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F028F5-0730-94A3-037F-0EE3CCDA1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1DF-2959-2B7C-7137-18413DE82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A59E-D7B7-0A48-88C1-6226616076CD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0766E-8921-8829-92FE-5B3CB7D6D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6E548-E0DE-67F1-7773-1AF2570E7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253ED-D433-C748-9F2C-0C50D36BD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16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7E8B8-830D-5098-7C8E-A206FB40B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54E1A-BF30-3E7E-C5EB-73E7356393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FAA6C0-8EAE-61E5-E81F-1640CBA808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ACDE1A-93CD-CA87-CB66-F1E8C0B2D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A59E-D7B7-0A48-88C1-6226616076CD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355459-E761-50F8-4E26-933F05E11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6E550-DD47-D9A8-9EEE-A1AB3D9B1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253ED-D433-C748-9F2C-0C50D36BD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730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D5376-3F9E-8FA3-B2F5-259DCA0D0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BECD2E-AC04-5F5B-BD16-7B04125E7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672E0A-31DF-B2D7-898E-FF967D53A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218774-FE27-E144-8559-23209DDD32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B8A13B-A0CF-6C16-3472-6A924AC29B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69FC58-6B21-0914-73C2-13736A863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A59E-D7B7-0A48-88C1-6226616076CD}" type="datetimeFigureOut">
              <a:rPr lang="en-US" smtClean="0"/>
              <a:t>2/19/26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B7177F-C9B6-624E-99F0-6691DE42C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CD76F5-395F-3ED6-B9A9-E5A6759C8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253ED-D433-C748-9F2C-0C50D36BD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098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C8C6D-80C0-F248-4392-B50C9C881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4C1B4-26EE-C5DA-B961-54C792955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A59E-D7B7-0A48-88C1-6226616076CD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C1604B-9C73-8C45-3C5D-A9351C0E7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F6FD2E-C4C9-7246-2749-DF0AA423D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253ED-D433-C748-9F2C-0C50D36BD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666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3E5BF8-DCE8-6436-77FE-853BF70B1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A59E-D7B7-0A48-88C1-6226616076CD}" type="datetimeFigureOut">
              <a:rPr lang="en-US" smtClean="0"/>
              <a:t>2/19/26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6316F1-5E51-1381-9AFE-6A667971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567E72-03C8-1206-8E59-314653705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253ED-D433-C748-9F2C-0C50D36BD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281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62459-7856-4E93-C884-3C429CF1C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59C16-BDD2-BE62-64AA-8A30D78FF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B4F155-9015-AE3B-6D06-34C3A77350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E76E66-C88C-051D-47CF-7BC293EF4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A59E-D7B7-0A48-88C1-6226616076CD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4A4D1-D239-7DA6-6A95-78BD2081B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A44219-45E7-C62C-B6BA-F7237F4FE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253ED-D433-C748-9F2C-0C50D36BD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311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71C19-F880-48F6-48CA-EDF04D7A9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416BD5-BCD9-6F24-A04E-3C445AD034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9A8841-D713-95E1-FA00-54EA455B51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4AED22-07C1-92A7-AB6C-AF10C39E2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A59E-D7B7-0A48-88C1-6226616076CD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DB3E4A-2752-4D89-8526-A15C74A4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2D8794-35E6-1E0B-692C-94BFEC034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253ED-D433-C748-9F2C-0C50D36BD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898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C7DB7-3A1D-82F9-5AB5-87B05047B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33B36C-6B6A-D860-BBF0-5EA074772C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88653-5627-9FE7-10E4-DEF488C86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A59E-D7B7-0A48-88C1-6226616076CD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FA15E-68ED-FE94-6906-074AB7C08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97C5B-42C1-CA55-9915-C63770E67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253ED-D433-C748-9F2C-0C50D36BD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05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31D868-61B3-5D80-0377-92CA8AFDE0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A8FDF0-DD73-209E-49FC-F46F281043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1B8E1-7F55-B8F0-A474-C87921788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A59E-D7B7-0A48-88C1-6226616076CD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665CC-BB2C-B36C-A537-D582F7578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1892E-005E-BC07-4EF7-960801612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253ED-D433-C748-9F2C-0C50D36BD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034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7C1D1A-5151-E8FA-570D-BE86AFD86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DF990A-8519-5849-F459-7917567E3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7FF5E-32E2-BD63-D0BA-0CBCDE9827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CBA59E-D7B7-0A48-88C1-6226616076CD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64805-1478-29F8-661E-1801E46359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7E909-1B94-1E9D-9F31-00A509F5E9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4253ED-D433-C748-9F2C-0C50D36BD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241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2396C68-4477-D2F5-9B07-1506002CC9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820" t="36670" r="35842" b="36384"/>
          <a:stretch>
            <a:fillRect/>
          </a:stretch>
        </p:blipFill>
        <p:spPr>
          <a:xfrm>
            <a:off x="99466" y="90966"/>
            <a:ext cx="4320000" cy="2430000"/>
          </a:xfrm>
          <a:prstGeom prst="roundRect">
            <a:avLst/>
          </a:prstGeom>
          <a:ln>
            <a:solidFill>
              <a:schemeClr val="bg1"/>
            </a:solidFill>
          </a:ln>
        </p:spPr>
      </p:pic>
      <p:pic>
        <p:nvPicPr>
          <p:cNvPr id="19" name="Picture 18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775E4689-CDA8-2A74-BCC4-6418579229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663" t="35319" r="36002" b="37735"/>
          <a:stretch>
            <a:fillRect/>
          </a:stretch>
        </p:blipFill>
        <p:spPr>
          <a:xfrm>
            <a:off x="2657155" y="617561"/>
            <a:ext cx="4320000" cy="2430000"/>
          </a:xfrm>
          <a:prstGeom prst="roundRect">
            <a:avLst/>
          </a:prstGeom>
          <a:ln>
            <a:solidFill>
              <a:schemeClr val="bg1"/>
            </a:solidFill>
          </a:ln>
        </p:spPr>
      </p:pic>
      <p:pic>
        <p:nvPicPr>
          <p:cNvPr id="21" name="Picture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8FE7C4-A024-3543-8334-05799C8273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009" t="21355" r="22410" b="25793"/>
          <a:stretch>
            <a:fillRect/>
          </a:stretch>
        </p:blipFill>
        <p:spPr>
          <a:xfrm>
            <a:off x="99466" y="3283844"/>
            <a:ext cx="4320000" cy="2430000"/>
          </a:xfrm>
          <a:prstGeom prst="roundRect">
            <a:avLst/>
          </a:prstGeom>
          <a:ln>
            <a:solidFill>
              <a:schemeClr val="bg1"/>
            </a:solidFill>
          </a:ln>
        </p:spPr>
      </p:pic>
      <p:pic>
        <p:nvPicPr>
          <p:cNvPr id="23" name="Picture 2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FD51C87-FB33-2DBF-19A4-A4724E10DCA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010" t="21629" r="22409" b="26297"/>
          <a:stretch>
            <a:fillRect/>
          </a:stretch>
        </p:blipFill>
        <p:spPr>
          <a:xfrm>
            <a:off x="3452534" y="4341581"/>
            <a:ext cx="4320000" cy="2430000"/>
          </a:xfrm>
          <a:prstGeom prst="roundRect">
            <a:avLst/>
          </a:prstGeom>
          <a:ln>
            <a:solidFill>
              <a:schemeClr val="bg1"/>
            </a:solidFill>
          </a:ln>
        </p:spPr>
      </p:pic>
      <p:pic>
        <p:nvPicPr>
          <p:cNvPr id="15" name="Picture 14" descr="A computer screen with a black circle&#10;&#10;AI-generated content may be incorrect.">
            <a:extLst>
              <a:ext uri="{FF2B5EF4-FFF2-40B4-BE49-F238E27FC236}">
                <a16:creationId xmlns:a16="http://schemas.microsoft.com/office/drawing/2014/main" id="{7F441155-1308-BFD5-0D5B-15819BD55DD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5506" t="35581" r="36159" b="37473"/>
          <a:stretch>
            <a:fillRect/>
          </a:stretch>
        </p:blipFill>
        <p:spPr>
          <a:xfrm>
            <a:off x="5214844" y="1144156"/>
            <a:ext cx="4320000" cy="2430000"/>
          </a:xfrm>
          <a:prstGeom prst="roundRect">
            <a:avLst/>
          </a:prstGeom>
          <a:ln>
            <a:solidFill>
              <a:schemeClr val="bg1"/>
            </a:solidFill>
          </a:ln>
        </p:spPr>
      </p:pic>
      <p:pic>
        <p:nvPicPr>
          <p:cNvPr id="17" name="Picture 1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F2A1D67-B3AB-DBA3-16DE-CDE05CEE792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5731" t="35770" r="35934" b="37284"/>
          <a:stretch>
            <a:fillRect/>
          </a:stretch>
        </p:blipFill>
        <p:spPr>
          <a:xfrm>
            <a:off x="7772534" y="1670751"/>
            <a:ext cx="4320000" cy="2430000"/>
          </a:xfrm>
          <a:prstGeom prst="roundRect">
            <a:avLst/>
          </a:prstGeom>
          <a:ln>
            <a:solidFill>
              <a:schemeClr val="bg1"/>
            </a:solidFill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94F0B43-6911-4005-AC2D-CEC21C1FBDB9}"/>
              </a:ext>
            </a:extLst>
          </p:cNvPr>
          <p:cNvSpPr txBox="1"/>
          <p:nvPr/>
        </p:nvSpPr>
        <p:spPr>
          <a:xfrm>
            <a:off x="10444326" y="94250"/>
            <a:ext cx="1611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GH-RisNoi-01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2328D8-E9AF-E991-A090-83D88EC2A0F1}"/>
              </a:ext>
            </a:extLst>
          </p:cNvPr>
          <p:cNvSpPr txBox="1"/>
          <p:nvPr/>
        </p:nvSpPr>
        <p:spPr>
          <a:xfrm>
            <a:off x="302135" y="248229"/>
            <a:ext cx="1957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Display sequence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91BE71-8A65-7C02-9EEE-E3F4B7B56893}"/>
              </a:ext>
            </a:extLst>
          </p:cNvPr>
          <p:cNvSpPr txBox="1"/>
          <p:nvPr/>
        </p:nvSpPr>
        <p:spPr>
          <a:xfrm>
            <a:off x="5399940" y="1301419"/>
            <a:ext cx="1779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Winning chance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403A6C-5635-2014-9801-E3D8370A2F54}"/>
              </a:ext>
            </a:extLst>
          </p:cNvPr>
          <p:cNvSpPr txBox="1"/>
          <p:nvPr/>
        </p:nvSpPr>
        <p:spPr>
          <a:xfrm>
            <a:off x="7929909" y="1832561"/>
            <a:ext cx="951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Jackpot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46E2DD-8F10-FC92-CFB8-C7ED80AEFDF1}"/>
              </a:ext>
            </a:extLst>
          </p:cNvPr>
          <p:cNvSpPr txBox="1"/>
          <p:nvPr/>
        </p:nvSpPr>
        <p:spPr>
          <a:xfrm>
            <a:off x="302134" y="3448536"/>
            <a:ext cx="2206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Response sequence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F0D09EE-26B6-0585-045F-A68E2DFE8C07}"/>
              </a:ext>
            </a:extLst>
          </p:cNvPr>
          <p:cNvSpPr txBox="1"/>
          <p:nvPr/>
        </p:nvSpPr>
        <p:spPr>
          <a:xfrm>
            <a:off x="302134" y="5187249"/>
            <a:ext cx="1392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Nearest $10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249221-C5C9-499B-610B-D9AEC95D6DDC}"/>
              </a:ext>
            </a:extLst>
          </p:cNvPr>
          <p:cNvSpPr txBox="1"/>
          <p:nvPr/>
        </p:nvSpPr>
        <p:spPr>
          <a:xfrm>
            <a:off x="3611092" y="6292056"/>
            <a:ext cx="146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Nearest cent</a:t>
            </a:r>
          </a:p>
        </p:txBody>
      </p:sp>
    </p:spTree>
    <p:extLst>
      <p:ext uri="{BB962C8B-B14F-4D97-AF65-F5344CB8AC3E}">
        <p14:creationId xmlns:p14="http://schemas.microsoft.com/office/powerpoint/2010/main" val="3456680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1340588-a344-42f9-b355-c2f852587c6c}" enabled="1" method="Privileged" siteId="{df7f7579-3e9c-4a7e-b844-420280f5385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Dragan Rangelov</dc:creator>
  <cp:lastModifiedBy>Dragan Rangelov</cp:lastModifiedBy>
  <cp:revision>3</cp:revision>
  <dcterms:created xsi:type="dcterms:W3CDTF">2026-02-18T21:48:20Z</dcterms:created>
  <dcterms:modified xsi:type="dcterms:W3CDTF">2026-02-18T21:59:50Z</dcterms:modified>
</cp:coreProperties>
</file>